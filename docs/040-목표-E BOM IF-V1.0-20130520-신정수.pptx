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  <p:sldMasterId id="2147484696" r:id="rId8"/>
    <p:sldMasterId id="2147484699" r:id="rId9"/>
    <p:sldMasterId id="2147484702" r:id="rId10"/>
  </p:sldMasterIdLst>
  <p:notesMasterIdLst>
    <p:notesMasterId r:id="rId15"/>
  </p:notesMasterIdLst>
  <p:handoutMasterIdLst>
    <p:handoutMasterId r:id="rId16"/>
  </p:handoutMasterIdLst>
  <p:sldIdLst>
    <p:sldId id="2254" r:id="rId11"/>
    <p:sldId id="2250" r:id="rId12"/>
    <p:sldId id="2251" r:id="rId13"/>
    <p:sldId id="2255" r:id="rId14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72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0" r:id="rId1"/>
    <p:sldLayoutId id="214748470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3" r:id="rId1"/>
    <p:sldLayoutId id="2147484704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57183" y="3375663"/>
            <a:ext cx="1547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- 040.E BOM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</a:t>
            </a:r>
            <a:r>
              <a:rPr lang="en-US" altLang="ko-KR" sz="1400" b="1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IF-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-040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단계별 현상원가 산출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E-BOM IF</a:t>
                      </a:r>
                      <a:endParaRPr kumimoji="1" lang="ko-KR" alt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현상원가 재료비 산출을 위하여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PDM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으로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부터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E-BOM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을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Interface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함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2013.05.20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현상원가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재료비는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PDM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에서 작성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관리하고 있는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을 바탕으로 산출되어야 함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M-BOM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과 달리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은 입고단위가 별도로 지정되지 않으므로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I/F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이후 입고단위를 지정할 수 있는 기능이 부여되어야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PDM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Interface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하여 원가 산출에 활용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62171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X-02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BOM I/F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8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62" name="Group 82"/>
          <p:cNvGraphicFramePr>
            <a:graphicFrameLocks noGrp="1"/>
          </p:cNvGraphicFramePr>
          <p:nvPr/>
        </p:nvGraphicFramePr>
        <p:xfrm>
          <a:off x="6136760" y="1026115"/>
          <a:ext cx="3528000" cy="50047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하여 표시하고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/OEM/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차수는 현상원가 산출 차수를 의미하며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저장될 현상원가 코드와 연계됨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개발과제 프로젝트와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프로젝트별로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인식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구분할 수 있는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Group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차수의 하위에 생성된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코드와 관련코드에 등록된 기초정보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특정 원가코드를 선택한 이후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버튼을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실행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제품코드 개념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목표원가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Key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로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Level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母子관계를 표시하여 계층구조를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Upload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동일하게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Tree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구조로 계층을 볼 수 있도록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계층정보를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순자적으로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최상위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순차적으로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하위품을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볼 수 있도록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전송하는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최대한 활용함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매입하는 입고 단위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이후 설계에서 입력할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체크기능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Validation: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① 자신의 하위품목 중 입고단위로 선택된 품목이 있다면 자신은 선택되어서는 안됨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②  본인 또는 본인의 상위품목 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개는 입고단위로 선택되어야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.(And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수정기능으로 입고 단위 표시 가능하도록 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완료로 최종 확정할 수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있도록함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Validation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수행하여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발생 시 메시지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8" name="AutoShape 279"/>
          <p:cNvSpPr>
            <a:spLocks noChangeArrowheads="1"/>
          </p:cNvSpPr>
          <p:nvPr/>
        </p:nvSpPr>
        <p:spPr bwMode="auto">
          <a:xfrm>
            <a:off x="5672787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endParaRPr lang="ko-KR" altLang="en-US" sz="1050" kern="0" dirty="0" smtClean="0">
              <a:solidFill>
                <a:sysClr val="windowText" lastClr="000000"/>
              </a:solidFill>
              <a:latin typeface="돋움"/>
              <a:ea typeface="돋움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75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72680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1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5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2" name="TextBox 10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5" name="타원 104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10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920440" y="2886774"/>
            <a:ext cx="2880000" cy="360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PDM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I/F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시 전송되는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Data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활용</a:t>
            </a:r>
            <a:endParaRPr lang="en-US" altLang="ko-KR" sz="15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48" name="TextBox 4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9" name="실행 단추: 앞으로 또는 다음 4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78374" y="3462804"/>
          <a:ext cx="5454000" cy="2665200"/>
        </p:xfrm>
        <a:graphic>
          <a:graphicData uri="http://schemas.openxmlformats.org/drawingml/2006/table">
            <a:tbl>
              <a:tblPr/>
              <a:tblGrid>
                <a:gridCol w="126000"/>
                <a:gridCol w="126000"/>
                <a:gridCol w="126000"/>
                <a:gridCol w="864000"/>
                <a:gridCol w="2412000"/>
                <a:gridCol w="468000"/>
                <a:gridCol w="468000"/>
                <a:gridCol w="864000"/>
              </a:tblGrid>
              <a:tr h="21600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No.1 - FRT BACK FRM ASSY,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89152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No.1-RR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No.2-RR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No.3-RR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3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66531</TotalTime>
  <Words>521</Words>
  <Application>Microsoft Office PowerPoint</Application>
  <PresentationFormat>A4 용지(210x297mm)</PresentationFormat>
  <Paragraphs>312</Paragraphs>
  <Slides>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13_tb4_onscreen_v2.1</vt:lpstr>
      <vt:lpstr>14_tb4_onscreen_v2.1</vt:lpstr>
      <vt:lpstr>15_tb4_onscreen_v2.1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8197</cp:revision>
  <cp:lastPrinted>2012-11-21T23:07:40Z</cp:lastPrinted>
  <dcterms:created xsi:type="dcterms:W3CDTF">2011-12-22T02:00:23Z</dcterms:created>
  <dcterms:modified xsi:type="dcterms:W3CDTF">2013-05-20T07:55:39Z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