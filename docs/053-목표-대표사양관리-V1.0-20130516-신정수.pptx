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</p:sldMasterIdLst>
  <p:notesMasterIdLst>
    <p:notesMasterId r:id="rId8"/>
  </p:notesMasterIdLst>
  <p:handoutMasterIdLst>
    <p:handoutMasterId r:id="rId9"/>
  </p:handoutMasterIdLst>
  <p:sldIdLst>
    <p:sldId id="2254" r:id="rId4"/>
    <p:sldId id="2250" r:id="rId5"/>
    <p:sldId id="2251" r:id="rId6"/>
    <p:sldId id="2255" r:id="rId7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114"/>
      </p:cViewPr>
      <p:guideLst>
        <p:guide orient="horz" pos="300"/>
        <p:guide orient="horz" pos="2296"/>
        <p:guide orient="horz" pos="1661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703898" y="3375663"/>
            <a:ext cx="21467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053.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대표사양 관리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(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목표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)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-053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대표사양 관리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관리 코드를 생성 이후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관리대상으로 지정된 주요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사양별로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상세 구분 관리 코드를 생성하고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사양별로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세부 정보를 입력함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내의 다양한 사양 중 원가관리대상을 별도로 지정 관리해야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와 연계하여 개발 프로젝트 기초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공유할 수 있도록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 code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입력하여 필요 항목을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IF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할 수 있게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현상원가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PDM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으로부터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IF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양산이후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실적 원가와 비교 할 수 있도록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품번정보를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입력하여 관리할 필요가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목표원가관리가 수행중인 전체 개발프로젝트의 기초정보 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관리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6706" y="1026940"/>
          <a:ext cx="3528000" cy="30964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이미 등록된 프로젝트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조회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코드에 등록된 견적제출일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프로젝트의 사양 중 대표항목 지정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하위의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사양별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견적코드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버전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지정된 항목을 선택하여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해제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선택해제 모두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-PMS Code: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코드가 생성되면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→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양산품목의 품번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견적에서 입력된 정보 가져오기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사양정보는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가능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지정한 사유입력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메모 기능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신규지정 경우 고려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 입력하도록함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견적코드는 필수항목 아님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(1/5)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7" name="타원 66"/>
          <p:cNvSpPr/>
          <p:nvPr/>
        </p:nvSpPr>
        <p:spPr>
          <a:xfrm>
            <a:off x="258457" y="11788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26719" y="2089092"/>
            <a:ext cx="5705782" cy="15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2186583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/>
        </p:nvGraphicFramePr>
        <p:xfrm>
          <a:off x="390970" y="2605843"/>
          <a:ext cx="5576297" cy="843330"/>
        </p:xfrm>
        <a:graphic>
          <a:graphicData uri="http://schemas.openxmlformats.org/drawingml/2006/table">
            <a:tbl>
              <a:tblPr/>
              <a:tblGrid>
                <a:gridCol w="169420"/>
                <a:gridCol w="612000"/>
                <a:gridCol w="900000"/>
                <a:gridCol w="936000"/>
                <a:gridCol w="576000"/>
                <a:gridCol w="468000"/>
                <a:gridCol w="291777"/>
                <a:gridCol w="393265"/>
                <a:gridCol w="329835"/>
                <a:gridCol w="396000"/>
                <a:gridCol w="504000"/>
              </a:tblGrid>
              <a:tr h="16192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Code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130007-TM-T00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130007-TMA-Q01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T130007-TMA-T01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일반형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130007-TMB-Q01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130007-TMC-Q01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" name="AutoShape 279"/>
          <p:cNvSpPr>
            <a:spLocks noChangeArrowheads="1"/>
          </p:cNvSpPr>
          <p:nvPr/>
        </p:nvSpPr>
        <p:spPr bwMode="auto">
          <a:xfrm>
            <a:off x="4306185" y="2186583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29" name="AutoShape 279"/>
          <p:cNvSpPr>
            <a:spLocks noChangeArrowheads="1"/>
          </p:cNvSpPr>
          <p:nvPr/>
        </p:nvSpPr>
        <p:spPr bwMode="auto">
          <a:xfrm>
            <a:off x="5149053" y="2186583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360615" y="3753110"/>
            <a:ext cx="4536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프로젝트 관리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에서 특정 프로젝트를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대표사양 관리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이하에서는 좌상단에 선택된  프로젝트의 프로젝트 명과 목표원가 코드 표시</a:t>
            </a: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384116" y="2188677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10" name="그룹 106"/>
          <p:cNvGrpSpPr/>
          <p:nvPr/>
        </p:nvGrpSpPr>
        <p:grpSpPr>
          <a:xfrm>
            <a:off x="331108" y="1838176"/>
            <a:ext cx="5515141" cy="252668"/>
            <a:chOff x="326717" y="1882882"/>
            <a:chExt cx="5515141" cy="252668"/>
          </a:xfrm>
        </p:grpSpPr>
        <p:sp>
          <p:nvSpPr>
            <p:cNvPr id="108" name="한쪽 모서리가 잘린 사각형 107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09" name="한쪽 모서리가 잘린 사각형 10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0" name="한쪽 모서리가 잘린 사각형 109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050567" y="1664375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4727619" y="2186583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65871</TotalTime>
  <Words>460</Words>
  <Application>Microsoft Office PowerPoint</Application>
  <PresentationFormat>A4 용지(210x297mm)</PresentationFormat>
  <Paragraphs>216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3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7_tb4_onscreen_v2.1</vt:lpstr>
      <vt:lpstr>8_tb4_onscreen_v2.1</vt:lpstr>
      <vt:lpstr>6_tb4_onscreen_v2.1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8153</cp:revision>
  <cp:lastPrinted>2012-11-21T23:07:40Z</cp:lastPrinted>
  <dcterms:created xsi:type="dcterms:W3CDTF">2011-12-22T02:00:23Z</dcterms:created>
  <dcterms:modified xsi:type="dcterms:W3CDTF">2013-05-16T01:38:28Z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