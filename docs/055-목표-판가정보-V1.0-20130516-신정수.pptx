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Masters/slideMaster4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  <p:sldMasterId id="2147484684" r:id="rId4"/>
  </p:sldMasterIdLst>
  <p:notesMasterIdLst>
    <p:notesMasterId r:id="rId9"/>
  </p:notesMasterIdLst>
  <p:handoutMasterIdLst>
    <p:handoutMasterId r:id="rId10"/>
  </p:handoutMasterIdLst>
  <p:sldIdLst>
    <p:sldId id="2254" r:id="rId5"/>
    <p:sldId id="2250" r:id="rId6"/>
    <p:sldId id="2251" r:id="rId7"/>
    <p:sldId id="2255" r:id="rId8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-30"/>
      </p:cViewPr>
      <p:guideLst>
        <p:guide orient="horz" pos="300"/>
        <p:guide orient="horz" pos="2704"/>
        <p:guide orient="horz" pos="1389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223698" y="3375663"/>
            <a:ext cx="14141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055.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판가 정보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- 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055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목표원가 대상 선정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코드 생성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: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판가정보 등록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설정시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기초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로 사용될 최신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판가정보를 등록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구분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2013.05.16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125428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최초 목표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수립시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OEM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과 협의된 최신 판가 정보가 필요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사양변경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en-US" altLang="ko-KR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Nego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결과 등에 의한 판가 변경 결과를 영업에 요청함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수익성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분석이후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판가 </a:t>
                      </a:r>
                      <a:r>
                        <a:rPr kumimoji="1" lang="en-US" altLang="ko-KR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Nego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변경 결과 공유 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입력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49094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74184"/>
            <a:ext cx="5691889" cy="231841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0084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325171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740277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60" name="AutoShape 279"/>
          <p:cNvSpPr>
            <a:spLocks noChangeArrowheads="1"/>
          </p:cNvSpPr>
          <p:nvPr/>
        </p:nvSpPr>
        <p:spPr bwMode="auto">
          <a:xfrm>
            <a:off x="5155383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61" name="표 60"/>
          <p:cNvGraphicFramePr>
            <a:graphicFrameLocks noGrp="1"/>
          </p:cNvGraphicFramePr>
          <p:nvPr/>
        </p:nvGraphicFramePr>
        <p:xfrm>
          <a:off x="488380" y="2511555"/>
          <a:ext cx="3492000" cy="1512000"/>
        </p:xfrm>
        <a:graphic>
          <a:graphicData uri="http://schemas.openxmlformats.org/drawingml/2006/table">
            <a:tbl>
              <a:tblPr/>
              <a:tblGrid>
                <a:gridCol w="432000"/>
                <a:gridCol w="648000"/>
                <a:gridCol w="504000"/>
                <a:gridCol w="432000"/>
                <a:gridCol w="1008000"/>
                <a:gridCol w="468000"/>
              </a:tblGrid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이름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직급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소속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Role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배병희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김지원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&amp;&amp;&amp;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변속기설계팀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설계원가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ㅌㅌㅌ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책임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설계원가팀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$$$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과장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구매팀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WWW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과장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33591"/>
          <a:ext cx="3528000" cy="23080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56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93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담당자 정보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부문별 담당자를 입력함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견적단계에 입력된 정보를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목표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code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앞자리가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입력 정보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수정 가능하도록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 선택된 행 정보 삭제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삭제된 정보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방식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부문별 담당자를 입력함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부문과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Role: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화면에서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콤보박스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조직정보에서 검색하여 선택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직급과 소속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이름 선택시 자동으로 인식하여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" name="직사각형 6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80" name="직사각형 79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89" name="직사각형 88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(2/5)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grpSp>
        <p:nvGrpSpPr>
          <p:cNvPr id="6" name="그룹 123"/>
          <p:cNvGrpSpPr/>
          <p:nvPr/>
        </p:nvGrpSpPr>
        <p:grpSpPr>
          <a:xfrm>
            <a:off x="344360" y="1717130"/>
            <a:ext cx="5515141" cy="252668"/>
            <a:chOff x="326717" y="1882882"/>
            <a:chExt cx="5515141" cy="252668"/>
          </a:xfrm>
        </p:grpSpPr>
        <p:sp>
          <p:nvSpPr>
            <p:cNvPr id="125" name="한쪽 모서리가 잘린 사각형 124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26" name="한쪽 모서리가 잘린 사각형 125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27" name="한쪽 모서리가 잘린 사각형 126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28" name="한쪽 모서리가 잘린 사각형 127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29" name="한쪽 모서리가 잘린 사각형 128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30" name="한쪽 모서리가 잘린 사각형 129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1" name="한쪽 모서리가 잘린 사각형 130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91" name="타원 90"/>
          <p:cNvSpPr/>
          <p:nvPr/>
        </p:nvSpPr>
        <p:spPr>
          <a:xfrm>
            <a:off x="1797171" y="15567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66" name="직사각형 65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410620" y="2047558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66039</TotalTime>
  <Words>427</Words>
  <Application>Microsoft Office PowerPoint</Application>
  <PresentationFormat>A4 용지(210x297mm)</PresentationFormat>
  <Paragraphs>199</Paragraphs>
  <Slides>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7_tb4_onscreen_v2.1</vt:lpstr>
      <vt:lpstr>8_tb4_onscreen_v2.1</vt:lpstr>
      <vt:lpstr>6_tb4_onscreen_v2.1</vt:lpstr>
      <vt:lpstr>9_tb4_onscreen_v2.1</vt:lpstr>
      <vt:lpstr>슬라이드 0</vt:lpstr>
      <vt:lpstr>슬라이드 1</vt:lpstr>
      <vt:lpstr>슬라이드 2</vt:lpstr>
      <vt:lpstr>슬라이드 3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8164</cp:revision>
  <cp:lastPrinted>2012-11-21T23:07:40Z</cp:lastPrinted>
  <dcterms:created xsi:type="dcterms:W3CDTF">2011-12-22T02:00:23Z</dcterms:created>
  <dcterms:modified xsi:type="dcterms:W3CDTF">2013-05-20T08:45:00Z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