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</p:sldMasterIdLst>
  <p:notesMasterIdLst>
    <p:notesMasterId r:id="rId10"/>
  </p:notesMasterIdLst>
  <p:handoutMasterIdLst>
    <p:handoutMasterId r:id="rId11"/>
  </p:handoutMasterIdLst>
  <p:sldIdLst>
    <p:sldId id="2254" r:id="rId6"/>
    <p:sldId id="2250" r:id="rId7"/>
    <p:sldId id="2251" r:id="rId8"/>
    <p:sldId id="2255" r:id="rId9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54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22763" y="3375663"/>
            <a:ext cx="2416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057.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연도별 수량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, TCI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율 정보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057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연도별 수량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TCI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율 정보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설정시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연도별 수량과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TCI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정보를 이용해서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양산기간 중 연도별 예상 매출액을 산출 할 수 있도록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098885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양산기간이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3~5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년 정도로서 연도별로 예상손익과 목표원가 설정이 필요함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판가의 경우 연도별 물량과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초도판가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대비 연도별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TCI Rate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산출하는 것이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바람직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현재 수익성 분석 수행방식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연도별 예상매출액을 산출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프로젝트의 총 목표원가와 연도별 목표원가 산출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216058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2612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연도별 수량 및 할인율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기능을 이용하여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관리대상 사양에 대하여 견적단계에 입력된 값을 가져옴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-Key-In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특정 행을 추가로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할수 있음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추가시 원가코드는 해당프로젝트 하위에 생성된 목표원가 코드 중 선택 가능하도록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돋보기 팝업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연도는 판가정보의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SOP/ EOP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일치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전년도 대비 판가 할인율을 의미함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입력제한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수량은 자연수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소수점 둘째자리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(3/5)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418873" y="251187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매출 수량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469378" y="337599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수주가 할인율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571129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3801481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325812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474091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56024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336063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3662" y="2745100"/>
          <a:ext cx="5109631" cy="323850"/>
        </p:xfrm>
        <a:graphic>
          <a:graphicData uri="http://schemas.openxmlformats.org/drawingml/2006/table">
            <a:tbl>
              <a:tblPr/>
              <a:tblGrid>
                <a:gridCol w="357631"/>
                <a:gridCol w="504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  <a:gridCol w="54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47138" y="3609220"/>
          <a:ext cx="4526048" cy="323850"/>
        </p:xfrm>
        <a:graphic>
          <a:graphicData uri="http://schemas.openxmlformats.org/drawingml/2006/table">
            <a:tbl>
              <a:tblPr/>
              <a:tblGrid>
                <a:gridCol w="350048"/>
                <a:gridCol w="468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선택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원가코드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□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직사각형 57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23872" y="208731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66066</TotalTime>
  <Words>442</Words>
  <Application>Microsoft Office PowerPoint</Application>
  <PresentationFormat>A4 용지(210x297mm)</PresentationFormat>
  <Paragraphs>196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5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7_tb4_onscreen_v2.1</vt:lpstr>
      <vt:lpstr>8_tb4_onscreen_v2.1</vt:lpstr>
      <vt:lpstr>6_tb4_onscreen_v2.1</vt:lpstr>
      <vt:lpstr>9_tb4_onscreen_v2.1</vt:lpstr>
      <vt:lpstr>10_tb4_onscreen_v2.1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8168</cp:revision>
  <cp:lastPrinted>2012-11-21T23:07:40Z</cp:lastPrinted>
  <dcterms:created xsi:type="dcterms:W3CDTF">2011-12-22T02:00:23Z</dcterms:created>
  <dcterms:modified xsi:type="dcterms:W3CDTF">2013-05-16T04:59:09Z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